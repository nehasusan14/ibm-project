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83" r:id="rId2"/>
    <p:sldId id="257" r:id="rId3"/>
    <p:sldId id="282" r:id="rId4"/>
    <p:sldId id="259" r:id="rId5"/>
    <p:sldId id="287" r:id="rId6"/>
    <p:sldId id="288" r:id="rId7"/>
    <p:sldId id="278" r:id="rId8"/>
    <p:sldId id="273" r:id="rId9"/>
    <p:sldId id="262" r:id="rId10"/>
    <p:sldId id="281" r:id="rId11"/>
    <p:sldId id="279" r:id="rId12"/>
    <p:sldId id="290" r:id="rId13"/>
    <p:sldId id="291" r:id="rId14"/>
    <p:sldId id="280" r:id="rId15"/>
    <p:sldId id="277" r:id="rId16"/>
    <p:sldId id="289" r:id="rId17"/>
    <p:sldId id="27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95560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40455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nehasusan.cs23@bmsce.ac.in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langflow.org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www.ibm.com/think/topics/agentic-ai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81583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Agentic AI Hackathon: Building Intelligent Agents with IBM Granite and </a:t>
            </a:r>
            <a:r>
              <a:rPr lang="en-US" dirty="0" err="1"/>
              <a:t>LangFlow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endParaRPr lang="en-US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445136" y="1237128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 </a:t>
            </a:r>
            <a:r>
              <a:rPr lang="en-US" sz="3500" b="1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</a:t>
            </a:r>
            <a:r>
              <a:rPr lang="en-US" sz="3500" b="1" dirty="0" err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Genai-ous</a:t>
            </a:r>
            <a:r>
              <a:rPr lang="en-US" sz="35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2190457" y="1490505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495948913"/>
              </p:ext>
            </p:extLst>
          </p:nvPr>
        </p:nvGraphicFramePr>
        <p:xfrm>
          <a:off x="1596852" y="1942025"/>
          <a:ext cx="7230400" cy="402709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158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TEAM MEMBER NAME</a:t>
                      </a:r>
                      <a:endParaRPr sz="16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/>
                        <a:t>Recent Passport Photo</a:t>
                      </a:r>
                      <a:endParaRPr sz="16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6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 sz="160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6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Neha Susan Baiju</a:t>
                      </a: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hlinkClick r:id="rId3"/>
                        </a:rPr>
                        <a:t>nehasusan.cs23@bmsce.ac.in</a:t>
                      </a: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8310139352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22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Navneet Pitani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navneetpitani.cs23@bmsce.ac.in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8618809134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C </a:t>
                      </a:r>
                      <a:r>
                        <a:rPr lang="en-US" sz="1600" dirty="0" err="1"/>
                        <a:t>Krithi</a:t>
                      </a:r>
                      <a:r>
                        <a:rPr lang="en-US" sz="1600" dirty="0"/>
                        <a:t> Reddy</a:t>
                      </a: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ckrithi.cd23@bmsce.acib</a:t>
                      </a: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9019933055</a:t>
                      </a: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192104-8DD0-4A07-A003-38894C3C0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9342" y="5139168"/>
            <a:ext cx="1380564" cy="8133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273342-F31A-4188-AEC5-5112B8E003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5680" y="3928605"/>
            <a:ext cx="1467887" cy="9935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3D2D76-D776-4AC9-AC19-CE1AFA75B2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6819" y="2929395"/>
            <a:ext cx="1163087" cy="800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805056" y="1267378"/>
            <a:ext cx="76169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Explainable Traffic Congestion Analysis</a:t>
            </a:r>
          </a:p>
          <a:p>
            <a:r>
              <a:rPr lang="en-US" b="1" dirty="0"/>
              <a:t>The Challenge</a:t>
            </a:r>
            <a:br>
              <a:rPr lang="en-US" dirty="0"/>
            </a:br>
            <a:r>
              <a:rPr lang="en-US" dirty="0"/>
              <a:t>Urban travel is often frustrating, as commuters and planners face multiple challenges: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Information overload</a:t>
            </a:r>
            <a:r>
              <a:rPr lang="en-US" dirty="0"/>
              <a:t> – traffic data comes from multiple sources such as GPS, sensors, cameras, and social media alerts, making it hard to get a clear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Lack of transparency</a:t>
            </a:r>
            <a:r>
              <a:rPr lang="en-US" dirty="0"/>
              <a:t> – standard traffic apps provide routes but rarely explain why congestion occurs or why a route is suggested.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Dynamic conditions</a:t>
            </a:r>
            <a:r>
              <a:rPr lang="en-US" dirty="0"/>
              <a:t> – traffic congestion can change rapidly due to accidents, construction, weather, or special events, making real-time decision-making difficult.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Inefficient planning</a:t>
            </a:r>
            <a:r>
              <a:rPr lang="en-US" dirty="0"/>
              <a:t> – without clear explanations of traffic patterns, commuters may choose suboptimal routes, leading to delays, higher fuel consumption, and increased stress.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7FE32-8AA8-E540-E0AA-C9737C71A0E2}"/>
              </a:ext>
            </a:extLst>
          </p:cNvPr>
          <p:cNvSpPr txBox="1"/>
          <p:nvPr/>
        </p:nvSpPr>
        <p:spPr>
          <a:xfrm>
            <a:off x="805056" y="447690"/>
            <a:ext cx="32268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44C99C-C879-4B03-F7F7-7306F7D33083}"/>
              </a:ext>
            </a:extLst>
          </p:cNvPr>
          <p:cNvSpPr txBox="1"/>
          <p:nvPr/>
        </p:nvSpPr>
        <p:spPr>
          <a:xfrm>
            <a:off x="1005840" y="1584102"/>
            <a:ext cx="1026871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are using Agentic AI system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Analyzes traffic data and identifies congestion areas.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Explains why congestion occurs and suggests optimal routes.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Adapts to real-time conditions like accidents or weather.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commuters with clear, actionable insights and alternative routes.</a:t>
            </a:r>
          </a:p>
          <a:p>
            <a:r>
              <a:rPr lang="en-US" dirty="0"/>
              <a:t>This approach helps users make informed travel decisions, reduce delays, and improve urban mobility efficiency.</a:t>
            </a:r>
          </a:p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893255" y="741143"/>
            <a:ext cx="45391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6727-ECCC-12A7-1A74-4C72030B01EA}"/>
              </a:ext>
            </a:extLst>
          </p:cNvPr>
          <p:cNvSpPr txBox="1"/>
          <p:nvPr/>
        </p:nvSpPr>
        <p:spPr>
          <a:xfrm>
            <a:off x="1034441" y="1530369"/>
            <a:ext cx="102687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Urban commuters and city planners face increasing challenges due to traffic congestion: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Time and productivity loss</a:t>
            </a:r>
            <a:r>
              <a:rPr lang="en-US" dirty="0"/>
              <a:t> – inefficient route choices lead to longer travel times.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Lack of transparency</a:t>
            </a:r>
            <a:r>
              <a:rPr lang="en-US" dirty="0"/>
              <a:t> – existing apps provide routes but rarely explain why traffic occurs.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Dynamic traffic conditions</a:t>
            </a:r>
            <a:r>
              <a:rPr lang="en-US" dirty="0"/>
              <a:t> – accidents, weather, and construction cause unpredictable delays.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Environmental impact</a:t>
            </a:r>
            <a:r>
              <a:rPr lang="en-US" dirty="0"/>
              <a:t> – congestion increases fuel consumption and emissions.</a:t>
            </a:r>
          </a:p>
          <a:p>
            <a:r>
              <a:rPr lang="en-US" dirty="0"/>
              <a:t>There is a clear need for an </a:t>
            </a:r>
            <a:r>
              <a:rPr lang="en-US" b="1" dirty="0"/>
              <a:t>intelligent, explainable AI system</a:t>
            </a:r>
            <a:r>
              <a:rPr lang="en-US" dirty="0"/>
              <a:t> that analyzes traffic, explains congestion causes, and suggests optimal routes, helping users make informed travel decisions and improving overall urban mobility.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D9ED1-DFE2-2CB1-E07B-2D3C44A85C9C}"/>
              </a:ext>
            </a:extLst>
          </p:cNvPr>
          <p:cNvSpPr txBox="1"/>
          <p:nvPr/>
        </p:nvSpPr>
        <p:spPr>
          <a:xfrm>
            <a:off x="1034441" y="524940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Need of project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3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1273CA-7EF7-F715-EF93-66F231F3ABD1}"/>
              </a:ext>
            </a:extLst>
          </p:cNvPr>
          <p:cNvSpPr txBox="1"/>
          <p:nvPr/>
        </p:nvSpPr>
        <p:spPr>
          <a:xfrm>
            <a:off x="1005840" y="1584102"/>
            <a:ext cx="1026871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End Users of the Project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Daily commuters</a:t>
            </a:r>
            <a:r>
              <a:rPr lang="en-US" dirty="0"/>
              <a:t> – people traveling to work, school, or personal errands who want faster and more predictable travel routes.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City planners and traffic authorities</a:t>
            </a:r>
            <a:r>
              <a:rPr lang="en-US" dirty="0"/>
              <a:t> – to monitor congestion, understand causes, and plan traffic management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Logistics and delivery services</a:t>
            </a:r>
            <a:r>
              <a:rPr lang="en-US" dirty="0"/>
              <a:t> – for optimizing delivery routes and minimizing delays.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Tourists and occasional travelers</a:t>
            </a:r>
            <a:r>
              <a:rPr lang="en-US" dirty="0"/>
              <a:t> – to navigate unfamiliar cities efficiently with real-time guidance and route explanations.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7C414-2D49-9E5D-A5D6-CF94524B9BE5}"/>
              </a:ext>
            </a:extLst>
          </p:cNvPr>
          <p:cNvSpPr txBox="1"/>
          <p:nvPr/>
        </p:nvSpPr>
        <p:spPr>
          <a:xfrm>
            <a:off x="1034441" y="524940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End user of project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624840" y="1117361"/>
            <a:ext cx="105156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1. </a:t>
            </a:r>
            <a:r>
              <a:rPr lang="en-US" b="1" dirty="0" err="1"/>
              <a:t>Langflow</a:t>
            </a:r>
            <a:r>
              <a:rPr lang="en-US" b="1" dirty="0"/>
              <a:t> Platform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Langflow</a:t>
            </a:r>
            <a:r>
              <a:rPr lang="en-US" b="1" dirty="0"/>
              <a:t> Components: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Chat Input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Agent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Chat Output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File (Read File)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</a:t>
            </a:r>
            <a:r>
              <a:rPr lang="en-US" sz="1800" dirty="0" err="1"/>
              <a:t>Grainte</a:t>
            </a:r>
            <a:r>
              <a:rPr lang="en-US" sz="1800" dirty="0"/>
              <a:t> model -  for </a:t>
            </a:r>
            <a:r>
              <a:rPr lang="en-US" sz="1800" dirty="0" err="1"/>
              <a:t>eg</a:t>
            </a:r>
            <a:r>
              <a:rPr lang="en-US" sz="1800" dirty="0"/>
              <a:t> – ibm-granite-3-8b-instruct   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Watsonx.ai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Watsonx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7559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3114" y="1583561"/>
            <a:ext cx="6344134" cy="3347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10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Agentic Explainable AI: Unlike standard traffic apps that only give routes, this system uses multiple AI agents to analyze congestion, explain causes, and recommend routes with reasoning.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10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10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Grounded Knowledge with File Component: By referencing a traffic knowledge file, the system produces accurate, context-aware explanations, reducing reliance on LLM memory alone.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10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10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 Multi-Agent Architecture: Each agent has a clear responsibility (analysis, reasoning, route planning), making the system transparent, scalable, and easy to maintain.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10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10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Adaptability: Can incorporate dynamic traffic conditions like accidents, weather, and construction into decision-making.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10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10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User-Centric Output: Presents congestion areas, causes, and alternative routes in a readable, actionable format, enhancing user trust and decision-making.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10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10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Model-Agnostic Design: Although using IBM Granite here, the system can switch LLMs easily (</a:t>
            </a:r>
            <a:r>
              <a:rPr lang="en-US" sz="110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OpenAI</a:t>
            </a:r>
            <a:r>
              <a:rPr lang="en-US" sz="110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10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Ollama</a:t>
            </a:r>
            <a:r>
              <a:rPr lang="en-US" sz="110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10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Groq</a:t>
            </a:r>
            <a:r>
              <a:rPr lang="en-US" sz="110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making it flexible and future-proof.·</a:t>
            </a:r>
            <a:endParaRPr sz="11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2660000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-1480304" y="1488139"/>
            <a:ext cx="12855388" cy="409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1003545" y="364352"/>
            <a:ext cx="820782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Technical flow diagram - Architecture</a:t>
            </a:r>
            <a:r>
              <a:rPr lang="en-US" sz="2400" b="1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blueprint</a:t>
            </a:r>
            <a:endParaRPr lang="en-US" sz="2400" b="1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004CF-732B-B365-E320-17AD7B82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53A28F-264A-41A6-89B6-FA4D3B104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495" y="950015"/>
            <a:ext cx="9821646" cy="52414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err="1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Langflow</a:t>
            </a:r>
            <a:r>
              <a:rPr lang="en-US" sz="2400" b="1" i="0" u="none" strike="noStrike" cap="none" dirty="0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 component Used </a:t>
            </a:r>
            <a:endParaRPr lang="en-US" sz="2400" b="1" i="0" u="none" strike="noStrike" cap="none">
              <a:solidFill>
                <a:srgbClr val="000000"/>
              </a:solidFill>
              <a:ea typeface="Times New Roman"/>
              <a:cs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A3DA69C-FC04-40B2-90BA-B56D2CD67A24}"/>
              </a:ext>
            </a:extLst>
          </p:cNvPr>
          <p:cNvGrpSpPr/>
          <p:nvPr/>
        </p:nvGrpSpPr>
        <p:grpSpPr>
          <a:xfrm>
            <a:off x="533340" y="1119717"/>
            <a:ext cx="9390698" cy="4581483"/>
            <a:chOff x="-75968" y="-667769"/>
            <a:chExt cx="9390698" cy="372563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BB86949-7ED1-C43B-B1E3-5122BB67A596}"/>
                </a:ext>
              </a:extLst>
            </p:cNvPr>
            <p:cNvSpPr txBox="1"/>
            <p:nvPr/>
          </p:nvSpPr>
          <p:spPr>
            <a:xfrm>
              <a:off x="490770" y="1241985"/>
              <a:ext cx="8823960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r>
                <a:rPr lang="en-US" dirty="0"/>
                <a:t> </a:t>
              </a:r>
              <a:endParaRPr lang="en-IN" dirty="0"/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D0B8C756-FD76-4ACD-814A-212F838F8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5968" y="-667769"/>
              <a:ext cx="6247223" cy="4630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1) Chat Input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Used to collect user trip details such as </a:t>
              </a: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starting location</a:t>
              </a: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, </a:t>
              </a: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ending location</a:t>
              </a: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, and </a:t>
              </a: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departure time</a:t>
              </a: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.</a:t>
              </a:r>
              <a:b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It serves as the entry point of the system and passes user input to the AI agents.</a:t>
              </a:r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22E6CA0F-D4F9-47EB-8B11-CD4FC26ED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5968" y="-209411"/>
              <a:ext cx="7133684" cy="5756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2) IBM </a:t>
              </a:r>
              <a:r>
                <a:rPr kumimoji="0" lang="en-US" altLang="en-US" sz="9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watsonx</a:t>
              </a:r>
              <a:r>
                <a:rPr kumimoji="0" lang="en-US" altLang="en-US" sz="9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AI Agent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Used for </a:t>
              </a: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intelligent traffic analysis and explainable reasoning</a:t>
              </a: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.</a:t>
              </a:r>
              <a:b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Different agents analyze congestion, explain causes, and recommend alternate routes based on traffic patterns.</a:t>
              </a:r>
            </a:p>
          </p:txBody>
        </p:sp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EBA4026B-FE7D-4C15-8F7E-BDC5DBE4F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5968" y="537031"/>
              <a:ext cx="6830716" cy="5756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3) File Component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Used to store </a:t>
              </a: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supporting traffic knowledge</a:t>
              </a: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such as common congestion causes and road behavior patterns.</a:t>
              </a:r>
              <a:b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It helps ground the agent responses and improves explanation quality.</a:t>
              </a:r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CA87CA8F-039F-4DC2-A7C3-1E774ED02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5968" y="1139288"/>
              <a:ext cx="4124847" cy="5756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4) Language Model Component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Provides the </a:t>
              </a: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foundation model</a:t>
              </a: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that powers all AI agents.</a:t>
              </a:r>
              <a:b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It enables reasoning, explanation, and natural language output.</a:t>
              </a: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CD21B5C2-9C66-4E2B-86FD-C53CC203D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5968" y="1770733"/>
              <a:ext cx="8048998" cy="4379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5) Chat Output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Displays the </a:t>
              </a: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final congestion analysis, explanations, and route recommendations</a:t>
              </a: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to the user in a clear and structured format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79FEC-4447-C4FA-64A4-CB532564DAF6}"/>
              </a:ext>
            </a:extLst>
          </p:cNvPr>
          <p:cNvSpPr txBox="1"/>
          <p:nvPr/>
        </p:nvSpPr>
        <p:spPr>
          <a:xfrm>
            <a:off x="838779" y="200739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1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C36268-50C5-6B94-105D-753A5FC89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696" y="910620"/>
            <a:ext cx="10472607" cy="466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79FEC-4447-C4FA-64A4-CB532564DAF6}"/>
              </a:ext>
            </a:extLst>
          </p:cNvPr>
          <p:cNvSpPr txBox="1"/>
          <p:nvPr/>
        </p:nvSpPr>
        <p:spPr>
          <a:xfrm>
            <a:off x="802920" y="231780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2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A4B974-42BD-43A8-9CB7-18E89263B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67" y="896471"/>
            <a:ext cx="9209668" cy="445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89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79FEC-4447-C4FA-64A4-CB532564DAF6}"/>
              </a:ext>
            </a:extLst>
          </p:cNvPr>
          <p:cNvSpPr txBox="1"/>
          <p:nvPr/>
        </p:nvSpPr>
        <p:spPr>
          <a:xfrm>
            <a:off x="802920" y="231780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2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A85E2A-7405-4B8F-B1F9-3DFE779FB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805" y="793820"/>
            <a:ext cx="9861176" cy="527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439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real-time traffic data for dynamic updates.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RAG for verified congestion information.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predictive traffic analysis for proactive route suggestions.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to mobile apps and multi-city transport modes.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 routes based on user preferences and eco-friendly metrics. 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125416" y="1461513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60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6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–https://github.com/NehaSusan14/IBM-PROJECT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25A06-F7F9-F25E-EBB3-1891B3344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BDA5ADF-C9A0-CA5D-844A-6AC3872A0D8C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35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References </a:t>
            </a:r>
            <a:endParaRPr lang="en-US" dirty="0"/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AF5AFD00-74FD-B439-5973-23933ABD88EC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https://docs.langflow.org/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https://www.ibm.com/think/topics/agentic-ai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https://dataoids.com/blogs/agentic-ai-air-traffic-management/ 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D86E9480-AE0D-8F00-984F-1C0F8F53C1EC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8F2A10B-67AA-AAE6-232F-CFA602CB53A9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C95F8CEF-91B5-DD0D-C876-1BFF8ED80FBF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DDD0D-7A91-1E4E-00BA-F7FF05AB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1801</TotalTime>
  <Words>934</Words>
  <Application>Microsoft Office PowerPoint</Application>
  <PresentationFormat>Widescreen</PresentationFormat>
  <Paragraphs>139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Agentic AI Hackathon: Building Intelligent Agents with IBM Granite and LangFlow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navneet pitani</cp:lastModifiedBy>
  <cp:revision>126</cp:revision>
  <dcterms:created xsi:type="dcterms:W3CDTF">2025-07-08T05:06:56Z</dcterms:created>
  <dcterms:modified xsi:type="dcterms:W3CDTF">2026-01-29T02:34:12Z</dcterms:modified>
</cp:coreProperties>
</file>