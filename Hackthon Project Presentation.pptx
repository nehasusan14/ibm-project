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83" r:id="rId2"/>
    <p:sldId id="257" r:id="rId3"/>
    <p:sldId id="282" r:id="rId4"/>
    <p:sldId id="259" r:id="rId5"/>
    <p:sldId id="287" r:id="rId6"/>
    <p:sldId id="288" r:id="rId7"/>
    <p:sldId id="278" r:id="rId8"/>
    <p:sldId id="273" r:id="rId9"/>
    <p:sldId id="262" r:id="rId10"/>
    <p:sldId id="281" r:id="rId11"/>
    <p:sldId id="279" r:id="rId12"/>
    <p:sldId id="290" r:id="rId13"/>
    <p:sldId id="291" r:id="rId14"/>
    <p:sldId id="280" r:id="rId15"/>
    <p:sldId id="277" r:id="rId16"/>
    <p:sldId id="289" r:id="rId17"/>
    <p:sldId id="276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6493C2-F961-AE6C-C78A-A3E397BAC3D1}" v="77" dt="2026-01-24T07:12:45.064"/>
    <p1510:client id="{857E11F3-F11C-6843-C73E-27677A40A984}" v="240" dt="2026-01-24T07:27:37.625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86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7EF10545-1A46-607A-9459-61E8362F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5957A8EB-ADFD-B035-BD54-1E8A3CB3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20716EB-D155-31F5-DA5A-E1CD60F5E9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35538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F166C2B5-4668-A97F-2B37-43C42F227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>
            <a:extLst>
              <a:ext uri="{FF2B5EF4-FFF2-40B4-BE49-F238E27FC236}">
                <a16:creationId xmlns:a16="http://schemas.microsoft.com/office/drawing/2014/main" id="{1DCE13D3-CED5-0A42-C57E-C51AFD2A62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>
            <a:extLst>
              <a:ext uri="{FF2B5EF4-FFF2-40B4-BE49-F238E27FC236}">
                <a16:creationId xmlns:a16="http://schemas.microsoft.com/office/drawing/2014/main" id="{A05A17E4-5523-52B1-27CC-3C3485618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4404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195560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40455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FB18EFA4-CD13-16C4-504B-6DB7E86CE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E8E16183-6BFA-E60A-1235-F3BFB1B1F6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C4420B06-3455-3F20-5E28-90535F24DA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1753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35F81AA1-D470-94B2-DBAC-B3997B8AE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BF3C5CFF-BD30-3A5C-BD37-8285A5CF24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D3D9FE95-01C0-4EF5-0973-1DCBDDB3C7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25096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81583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Agentic AI Hackathon: Building Intelligent Agents with IBM Granite and </a:t>
            </a:r>
            <a:r>
              <a:rPr lang="en-US" dirty="0" err="1"/>
              <a:t>LangFlow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730" y="3903663"/>
            <a:ext cx="10515600" cy="1500187"/>
          </a:xfrm>
        </p:spPr>
        <p:txBody>
          <a:bodyPr/>
          <a:lstStyle/>
          <a:p>
            <a:pPr algn="ctr"/>
            <a:endParaRPr lang="en-US" b="1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70813B-BF9E-B61A-92D0-FA37C9906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7564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2445136" y="1237128"/>
            <a:ext cx="7301728" cy="2713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Name of the team:  </a:t>
            </a:r>
            <a:r>
              <a:rPr lang="en-US" sz="3500" b="1" dirty="0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</a:t>
            </a:r>
            <a:r>
              <a:rPr lang="en-US" sz="3500" b="1" dirty="0" err="1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Genai-ous</a:t>
            </a:r>
            <a:r>
              <a:rPr lang="en-US" sz="3500" b="1" i="0" u="none" strike="noStrike" cap="none" dirty="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5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dirty="0"/>
          </a:p>
        </p:txBody>
      </p:sp>
      <p:sp>
        <p:nvSpPr>
          <p:cNvPr id="95" name="Google Shape;95;p2"/>
          <p:cNvSpPr txBox="1"/>
          <p:nvPr/>
        </p:nvSpPr>
        <p:spPr>
          <a:xfrm>
            <a:off x="2190457" y="1490505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r>
              <a:rPr lang="en-US" sz="3200" b="1" i="0" u="none" strike="noStrike" cap="none" dirty="0">
                <a:solidFill>
                  <a:srgbClr val="0020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Details of Team members</a:t>
            </a:r>
            <a:endParaRPr sz="3200" b="1" i="0" u="none" strike="noStrike" cap="none" dirty="0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4261765816"/>
              </p:ext>
            </p:extLst>
          </p:nvPr>
        </p:nvGraphicFramePr>
        <p:xfrm>
          <a:off x="1596852" y="1942025"/>
          <a:ext cx="7230400" cy="4118535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1589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91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TEAM MEMBER NAME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Recent Passport Photo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Email ID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Phone number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[WhatsApp] 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Navneet </a:t>
                      </a:r>
                      <a:r>
                        <a:rPr lang="en-US" dirty="0" err="1"/>
                        <a:t>Pitani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navneetpitani.cs23@bmsce.ac.in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8618809134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622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Neha Susan </a:t>
                      </a:r>
                      <a:r>
                        <a:rPr lang="en-US" dirty="0" err="1"/>
                        <a:t>Baiju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nehasusan.cs23@bmsce.ac.in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8310139352</a:t>
                      </a: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9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0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C </a:t>
                      </a:r>
                      <a:r>
                        <a:rPr lang="en-US" sz="1800" dirty="0" err="1"/>
                        <a:t>Krithi</a:t>
                      </a:r>
                      <a:r>
                        <a:rPr lang="en-US" sz="1800" dirty="0"/>
                        <a:t> Reddy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ckrithi.cd23@bmsce.acib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dirty="0"/>
                        <a:t>9019933055</a:t>
                      </a:r>
                      <a:endParaRPr sz="1800"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3071BE8-5070-42BA-3450-6F0039B853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192104-8DD0-4A07-A003-38894C3C00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9342" y="5139168"/>
            <a:ext cx="1380564" cy="8133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273342-F31A-4188-AEC5-5112B8E003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5680" y="3928605"/>
            <a:ext cx="1467887" cy="9935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3D2D76-D776-4AC9-AC19-CE1AFA75B2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86819" y="2929395"/>
            <a:ext cx="1163087" cy="8003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804672" y="1188720"/>
            <a:ext cx="76169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Explainable Traffic Congestion Analysis</a:t>
            </a:r>
          </a:p>
          <a:p>
            <a:r>
              <a:rPr lang="en-US" b="1" dirty="0"/>
              <a:t>The Challenge</a:t>
            </a:r>
            <a:br>
              <a:rPr lang="en-US" dirty="0"/>
            </a:br>
            <a:r>
              <a:rPr lang="en-US" dirty="0"/>
              <a:t>Urban travel is often frustrating, as commuters and planners face multiple challenges: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Information overload</a:t>
            </a:r>
            <a:r>
              <a:rPr lang="en-US" dirty="0"/>
              <a:t> – traffic data comes from multiple sources such as GPS, sensors, cameras, and social media alerts, making it hard to get a clear picture.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Lack of transparency</a:t>
            </a:r>
            <a:r>
              <a:rPr lang="en-US" dirty="0"/>
              <a:t> – standard traffic apps provide routes but rarely explain why congestion occurs or why a route is suggested.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Dynamic conditions</a:t>
            </a:r>
            <a:r>
              <a:rPr lang="en-US" dirty="0"/>
              <a:t> – traffic congestion can change rapidly due to accidents, construction, weather, or special events, making real-time decision-making difficult.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Inefficient planning</a:t>
            </a:r>
            <a:r>
              <a:rPr lang="en-US" dirty="0"/>
              <a:t> – without clear explanations of traffic patterns, commuters may choose suboptimal routes, leading to delays, higher fuel consumption, and increased stress.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57FE32-8AA8-E540-E0AA-C9737C71A0E2}"/>
              </a:ext>
            </a:extLst>
          </p:cNvPr>
          <p:cNvSpPr txBox="1"/>
          <p:nvPr/>
        </p:nvSpPr>
        <p:spPr>
          <a:xfrm>
            <a:off x="805056" y="447690"/>
            <a:ext cx="322683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Problem statement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64CCA-ED49-69BC-3595-2C1CBD5E6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/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244C99C-C879-4B03-F7F7-7306F7D33083}"/>
              </a:ext>
            </a:extLst>
          </p:cNvPr>
          <p:cNvSpPr txBox="1"/>
          <p:nvPr/>
        </p:nvSpPr>
        <p:spPr>
          <a:xfrm>
            <a:off x="1005840" y="1584102"/>
            <a:ext cx="1026871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are using Agentic AI system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Analyzes traffic data and identifies congestion areas.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Explains why congestion occurs and suggests optimal routes.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Adapts to real-time conditions like accidents or weather.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Provides commuters with clear, actionable insights and alternative routes.</a:t>
            </a:r>
          </a:p>
          <a:p>
            <a:r>
              <a:rPr lang="en-US" dirty="0"/>
              <a:t>This approach helps users make informed travel decisions, reduce delays, and improve urban mobility efficiency.</a:t>
            </a:r>
          </a:p>
          <a:p>
            <a:r>
              <a:rPr lang="en-US" dirty="0"/>
              <a:t>.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548320-B634-92CD-C520-43B25557F859}"/>
              </a:ext>
            </a:extLst>
          </p:cNvPr>
          <p:cNvSpPr txBox="1"/>
          <p:nvPr/>
        </p:nvSpPr>
        <p:spPr>
          <a:xfrm>
            <a:off x="893255" y="741143"/>
            <a:ext cx="453919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Proposed solution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E1157-422B-2DEC-F7BF-0A06B973C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A01B5799-6C2E-7FE4-A2C6-734DB049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4CB905EF-62C2-FD1F-CE05-FBD2CBBD3921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526727-ECCC-12A7-1A74-4C72030B01EA}"/>
              </a:ext>
            </a:extLst>
          </p:cNvPr>
          <p:cNvSpPr txBox="1"/>
          <p:nvPr/>
        </p:nvSpPr>
        <p:spPr>
          <a:xfrm>
            <a:off x="1034441" y="1530369"/>
            <a:ext cx="102687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Urban commuters and city planners face increasing challenges due to traffic congestion: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Time and productivity loss</a:t>
            </a:r>
            <a:r>
              <a:rPr lang="en-US" dirty="0"/>
              <a:t> – inefficient route choices lead to longer travel times.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Lack of transparency</a:t>
            </a:r>
            <a:r>
              <a:rPr lang="en-US" dirty="0"/>
              <a:t> – existing apps provide routes but rarely explain why traffic occurs.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Dynamic traffic conditions</a:t>
            </a:r>
            <a:r>
              <a:rPr lang="en-US" dirty="0"/>
              <a:t> – accidents, weather, and construction cause unpredictable delays.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Environmental impact</a:t>
            </a:r>
            <a:r>
              <a:rPr lang="en-US" dirty="0"/>
              <a:t> – congestion increases fuel consumption and emissions.</a:t>
            </a:r>
          </a:p>
          <a:p>
            <a:r>
              <a:rPr lang="en-US" dirty="0"/>
              <a:t>There is a clear need for an </a:t>
            </a:r>
            <a:r>
              <a:rPr lang="en-US" b="1" dirty="0"/>
              <a:t>intelligent, explainable AI system</a:t>
            </a:r>
            <a:r>
              <a:rPr lang="en-US" dirty="0"/>
              <a:t> that analyzes traffic, explains congestion causes, and suggests optimal routes, helping users make informed travel decisions and improving overall urban mobility.</a:t>
            </a:r>
          </a:p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9D9ED1-DFE2-2CB1-E07B-2D3C44A85C9C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Need of project 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4F3E9D-0527-2FF2-E87C-9369E2B67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>
          <a:extLst>
            <a:ext uri="{FF2B5EF4-FFF2-40B4-BE49-F238E27FC236}">
              <a16:creationId xmlns:a16="http://schemas.microsoft.com/office/drawing/2014/main" id="{1D21EE38-4FEA-9D7F-68F1-831EDFE1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">
            <a:extLst>
              <a:ext uri="{FF2B5EF4-FFF2-40B4-BE49-F238E27FC236}">
                <a16:creationId xmlns:a16="http://schemas.microsoft.com/office/drawing/2014/main" id="{68C1E71E-9159-FD3B-73D2-CC7380E7CB93}"/>
              </a:ext>
            </a:extLst>
          </p:cNvPr>
          <p:cNvSpPr/>
          <p:nvPr/>
        </p:nvSpPr>
        <p:spPr>
          <a:xfrm>
            <a:off x="324894" y="4502602"/>
            <a:ext cx="2328056" cy="188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1273CA-7EF7-F715-EF93-66F231F3ABD1}"/>
              </a:ext>
            </a:extLst>
          </p:cNvPr>
          <p:cNvSpPr txBox="1"/>
          <p:nvPr/>
        </p:nvSpPr>
        <p:spPr>
          <a:xfrm>
            <a:off x="1005840" y="1584102"/>
            <a:ext cx="102687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End Users of the Project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Daily commuters</a:t>
            </a:r>
            <a:r>
              <a:rPr lang="en-US" dirty="0"/>
              <a:t> – people traveling to work, school, or personal errands who want faster and more predictable travel routes.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City planners and traffic authorities</a:t>
            </a:r>
            <a:r>
              <a:rPr lang="en-US" dirty="0"/>
              <a:t> – to monitor congestion, understand causes, and plan traffic management strategies.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Logistics and delivery services</a:t>
            </a:r>
            <a:r>
              <a:rPr lang="en-US" dirty="0"/>
              <a:t> – for optimizing delivery routes and minimizing delays.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Tourists and occasional travelers</a:t>
            </a:r>
            <a:r>
              <a:rPr lang="en-US" dirty="0"/>
              <a:t> – to navigate unfamiliar cities efficiently with real-time guidance and route explanations.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87C414-2D49-9E5D-A5D6-CF94524B9BE5}"/>
              </a:ext>
            </a:extLst>
          </p:cNvPr>
          <p:cNvSpPr txBox="1"/>
          <p:nvPr/>
        </p:nvSpPr>
        <p:spPr>
          <a:xfrm>
            <a:off x="1034441" y="524940"/>
            <a:ext cx="5496434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End user of project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99F497-8CBE-8DC8-B6F2-DCAEF5D36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176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Technology Used</a:t>
            </a:r>
            <a:endParaRPr lang="en-IN" sz="2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624840" y="1117361"/>
            <a:ext cx="105156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1. </a:t>
            </a:r>
            <a:r>
              <a:rPr lang="en-US" b="1" dirty="0" err="1"/>
              <a:t>Langflow</a:t>
            </a:r>
            <a:r>
              <a:rPr lang="en-US" b="1" dirty="0"/>
              <a:t> Platform</a:t>
            </a:r>
          </a:p>
          <a:p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Langflow</a:t>
            </a:r>
            <a:r>
              <a:rPr lang="en-US" b="1" dirty="0"/>
              <a:t> Components: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Chat Input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Agent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Chat Output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File (Read File)</a:t>
            </a:r>
            <a:r>
              <a:rPr lang="en-US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</a:t>
            </a:r>
            <a:r>
              <a:rPr lang="en-US" sz="1800" dirty="0" err="1"/>
              <a:t>Grainte</a:t>
            </a:r>
            <a:r>
              <a:rPr lang="en-US" sz="1800" dirty="0"/>
              <a:t> model -  for </a:t>
            </a:r>
            <a:r>
              <a:rPr lang="en-US" sz="1800" dirty="0" err="1"/>
              <a:t>eg</a:t>
            </a:r>
            <a:r>
              <a:rPr lang="en-US" sz="1800" dirty="0"/>
              <a:t> – ibm-granite-3-8b-instruct   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IBM Watsonx.ai</a:t>
            </a:r>
          </a:p>
          <a:p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/>
              <a:t>Watsonx</a:t>
            </a: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72C005-E1BD-D1EA-4A68-50937DBC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/>
          <p:cNvSpPr/>
          <p:nvPr/>
        </p:nvSpPr>
        <p:spPr>
          <a:xfrm>
            <a:off x="1218724" y="475593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Novelty and Uniqueness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/>
          <p:cNvSpPr/>
          <p:nvPr/>
        </p:nvSpPr>
        <p:spPr>
          <a:xfrm>
            <a:off x="1213114" y="1583561"/>
            <a:ext cx="6344134" cy="3347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Agentic Explainable AI: Unlike standard traffic apps that only give routes, this system uses multiple AI agents to analyze congestion, explain causes, and recommend routes with reasoning.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Grounded Knowledge with File Component: By referencing a traffic knowledge file, the system produces accurate, context-aware explanations, reducing reliance on LLM memory alone.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Modular Multi-Agent Architecture: Each agent has a clear responsibility (analysis, reasoning, route planning), making the system transparent, scalable, and easy to maintain.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Adaptability: Can incorporate dynamic traffic conditions like accidents, weather, and construction into decision-making.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User-Centric Output: Presents congestion areas, causes, and alternative routes in a readable, actionable format, enhancing user trust and decision-making.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10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Model-Agnostic Design: Although using IBM Granite here, the system can switch LLMs easily (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OpenAI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Ollama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en-US" sz="11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Groq</a:t>
            </a:r>
            <a:r>
              <a:rPr lang="en-US" sz="11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), making it flexible and future-proof.·</a:t>
            </a:r>
            <a:endParaRPr sz="11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/>
          <p:cNvSpPr/>
          <p:nvPr/>
        </p:nvSpPr>
        <p:spPr>
          <a:xfrm>
            <a:off x="1218724" y="2660000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/>
          <p:cNvSpPr/>
          <p:nvPr/>
        </p:nvSpPr>
        <p:spPr>
          <a:xfrm>
            <a:off x="-1480304" y="1488139"/>
            <a:ext cx="12855388" cy="409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6BD740-4294-408A-9014-7C75E9F5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"/>
          <p:cNvSpPr txBox="1"/>
          <p:nvPr/>
        </p:nvSpPr>
        <p:spPr>
          <a:xfrm>
            <a:off x="1003545" y="364352"/>
            <a:ext cx="8207828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Technical flow diagram - Architecture</a:t>
            </a:r>
            <a:r>
              <a:rPr lang="en-US" sz="2400" b="1" i="0" u="none" strike="noStrike" cap="none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blueprint</a:t>
            </a:r>
            <a:endParaRPr lang="en-US" sz="2400" b="1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F004CF-732B-B365-E320-17AD7B82A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53A28F-264A-41A6-89B6-FA4D3B104C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495" y="950015"/>
            <a:ext cx="9821646" cy="524146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i="0" u="none" strike="noStrike" cap="none" err="1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Langflow</a:t>
            </a:r>
            <a:r>
              <a:rPr lang="en-US" sz="2400" b="1" i="0" u="none" strike="noStrike" cap="none" dirty="0">
                <a:solidFill>
                  <a:srgbClr val="051D3A"/>
                </a:solidFill>
                <a:ea typeface="Times New Roman"/>
                <a:cs typeface="Times New Roman"/>
                <a:sym typeface="Times New Roman"/>
              </a:rPr>
              <a:t> component Used </a:t>
            </a:r>
            <a:endParaRPr lang="en-US" sz="2400" b="1" i="0" u="none" strike="noStrike" cap="none">
              <a:solidFill>
                <a:srgbClr val="000000"/>
              </a:solidFill>
              <a:ea typeface="Times New Roman"/>
              <a:cs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5A7959-9FC6-1DAE-7A47-36165450E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A3DA69C-FC04-40B2-90BA-B56D2CD67A24}"/>
              </a:ext>
            </a:extLst>
          </p:cNvPr>
          <p:cNvGrpSpPr/>
          <p:nvPr/>
        </p:nvGrpSpPr>
        <p:grpSpPr>
          <a:xfrm>
            <a:off x="533340" y="1119717"/>
            <a:ext cx="9390698" cy="4581483"/>
            <a:chOff x="-75968" y="-667769"/>
            <a:chExt cx="9390698" cy="372563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BB86949-7ED1-C43B-B1E3-5122BB67A596}"/>
                </a:ext>
              </a:extLst>
            </p:cNvPr>
            <p:cNvSpPr txBox="1"/>
            <p:nvPr/>
          </p:nvSpPr>
          <p:spPr>
            <a:xfrm>
              <a:off x="490770" y="1241985"/>
              <a:ext cx="8823960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r>
                <a:rPr lang="en-US" dirty="0"/>
                <a:t> </a:t>
              </a:r>
              <a:endParaRPr lang="en-IN" dirty="0"/>
            </a:p>
          </p:txBody>
        </p:sp>
        <p:sp>
          <p:nvSpPr>
            <p:cNvPr id="13" name="Rectangle 10">
              <a:extLst>
                <a:ext uri="{FF2B5EF4-FFF2-40B4-BE49-F238E27FC236}">
                  <a16:creationId xmlns:a16="http://schemas.microsoft.com/office/drawing/2014/main" id="{D0B8C756-FD76-4ACD-814A-212F838F8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-667769"/>
              <a:ext cx="6247223" cy="4630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1) Chat Input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to collect user trip details such as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starting location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ending location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, and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departure time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serves as the entry point of the system and passes user input to the AI agents.</a:t>
              </a:r>
            </a:p>
          </p:txBody>
        </p:sp>
        <p:sp>
          <p:nvSpPr>
            <p:cNvPr id="15" name="Rectangle 12">
              <a:extLst>
                <a:ext uri="{FF2B5EF4-FFF2-40B4-BE49-F238E27FC236}">
                  <a16:creationId xmlns:a16="http://schemas.microsoft.com/office/drawing/2014/main" id="{22E6CA0F-D4F9-47EB-8B11-CD4FC26EDC5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-209411"/>
              <a:ext cx="7133684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2) IBM </a:t>
              </a:r>
              <a:r>
                <a:rPr kumimoji="0" lang="en-US" altLang="en-US" sz="900" b="1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watsonx</a:t>
              </a: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AI Agent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for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intelligent traffic analysis and explainable reasoning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Different agents analyze congestion, explain causes, and recommend alternate routes based on traffic patterns.</a:t>
              </a:r>
            </a:p>
          </p:txBody>
        </p:sp>
        <p:sp>
          <p:nvSpPr>
            <p:cNvPr id="17" name="Rectangle 14">
              <a:extLst>
                <a:ext uri="{FF2B5EF4-FFF2-40B4-BE49-F238E27FC236}">
                  <a16:creationId xmlns:a16="http://schemas.microsoft.com/office/drawing/2014/main" id="{EBA4026B-FE7D-4C15-8F7E-BDC5DBE4F9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537031"/>
              <a:ext cx="6830716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3) File Component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Used to store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supporting traffic knowledge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such as common congestion causes and road behavior patterns.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helps ground the agent responses and improves explanation quality.</a:t>
              </a:r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CA87CA8F-039F-4DC2-A7C3-1E774ED022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1139288"/>
              <a:ext cx="4124847" cy="57564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4) Language Model Component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Provides the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foundation model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that powers all AI agents.</a:t>
              </a:r>
              <a:b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</a:b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It enables reasoning, explanation, and natural language output.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CD21B5C2-9C66-4E2B-86FD-C53CC203D7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75968" y="1770733"/>
              <a:ext cx="8048998" cy="4379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9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5) Chat Output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Displays the </a:t>
              </a:r>
              <a:r>
                <a:rPr kumimoji="0" lang="en-US" altLang="en-US" sz="1100" b="1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final congestion analysis, explanations, and route recommendations</a:t>
              </a:r>
              <a:r>
                <a:rPr kumimoji="0" lang="en-US" altLang="en-US" sz="11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rPr>
                <a:t> to the user in a clear and structured format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38779" y="200739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1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9D9BA4-A341-4492-95B1-9DA0CD38A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06" y="730309"/>
            <a:ext cx="10255623" cy="5339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02920" y="231780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2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1A4B974-42BD-43A8-9CB7-18E89263B6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67" y="896471"/>
            <a:ext cx="9209668" cy="4455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89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079FEC-4447-C4FA-64A4-CB532564DAF6}"/>
              </a:ext>
            </a:extLst>
          </p:cNvPr>
          <p:cNvSpPr txBox="1"/>
          <p:nvPr/>
        </p:nvSpPr>
        <p:spPr>
          <a:xfrm>
            <a:off x="802920" y="231780"/>
            <a:ext cx="468406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Input Screenshot 2 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3ADE60-811A-97E9-24FE-F2F7F61F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A85E2A-7405-4B8F-B1F9-3DFE779FB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805" y="793820"/>
            <a:ext cx="9861176" cy="5270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439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 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real-time traffic data for dynamic updates.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RAG for verified congestion information.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predictive traffic analysis for proactive route suggestions.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Expand to mobile apps and multi-city transport modes.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b="0" i="0" u="none" strike="noStrike" cap="none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Personalize routes based on user preferences and eco-friendly metrics. 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6DCFED-2C83-7A17-CDB2-A4F4D4BBD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55016524-E738-3D8C-3BB2-B0BE7C66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D62F03A8-A8A8-CB93-006E-7173DC866F6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 dirty="0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Hub Link</a:t>
            </a:r>
            <a:endParaRPr sz="3500" b="1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15507A2F-9304-7475-5C74-2BAA93879CFE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</a:t>
            </a:r>
            <a:r>
              <a:rPr lang="en-US" sz="16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create public </a:t>
            </a:r>
            <a:r>
              <a:rPr lang="en-US" sz="1600" b="0" i="0" u="none" strike="noStrike" cap="none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60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(Enable Add README  button while creating repository) with format – 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6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Please test and Paste the working  </a:t>
            </a:r>
            <a:r>
              <a:rPr lang="en-US" sz="1600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6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–https://github.com/NehaSusan14/IBM-PROJECT</a:t>
            </a: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Make sure you have Uploaded following three files into your </a:t>
            </a:r>
            <a:r>
              <a:rPr lang="en-US" sz="1850" b="1" dirty="0" err="1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1850" b="1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repository  </a:t>
            </a:r>
            <a:b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1) app.py file , 2) your_hackthon_problemstatement.pdf file  3) your projectpresntation.pptx file </a:t>
            </a: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A4423EF4-BB52-2693-03DD-9F7D92D05218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FF042814-8077-DBD5-E8B6-E0D870CADB86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6A2761AF-8A54-98F2-52C2-794D9BA61C92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925A06-F7F9-F25E-EBB3-1891B3344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48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FECD098C-4ECF-993B-66E2-9989F83F6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7BDA5ADF-C9A0-CA5D-844A-6AC3872A0D8C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</a:pPr>
            <a:r>
              <a:rPr lang="en-US" sz="3500" b="1" dirty="0">
                <a:solidFill>
                  <a:srgbClr val="051D3A"/>
                </a:solidFill>
                <a:latin typeface="Times New Roman"/>
                <a:cs typeface="Times New Roman"/>
                <a:sym typeface="Times New Roman"/>
              </a:rPr>
              <a:t>References </a:t>
            </a:r>
            <a:endParaRPr lang="en-US" dirty="0"/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AF5AFD00-74FD-B439-5973-23933ABD88EC}"/>
              </a:ext>
            </a:extLst>
          </p:cNvPr>
          <p:cNvSpPr/>
          <p:nvPr/>
        </p:nvSpPr>
        <p:spPr>
          <a:xfrm>
            <a:off x="1282732" y="1393947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 Please </a:t>
            </a:r>
            <a:r>
              <a:rPr lang="en-US" sz="185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link for references </a:t>
            </a: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</a:endParaRPr>
          </a:p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endParaRPr lang="en-US" sz="1850" dirty="0">
              <a:solidFill>
                <a:srgbClr val="2B354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D86E9480-AE0D-8F00-984F-1C0F8F53C1EC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48F2A10B-67AA-AAE6-232F-CFA602CB53A9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C95F8CEF-91B5-DD0D-C876-1BFF8ED80FBF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60EC5B-78FF-4D99-1A49-A2DD6DB4A3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56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A9DDD0D-7A91-1E4E-00BA-F7FF05ABF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97" y="6315517"/>
            <a:ext cx="11520407" cy="3100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1210</TotalTime>
  <Words>969</Words>
  <Application>Microsoft Office PowerPoint</Application>
  <PresentationFormat>Widescreen</PresentationFormat>
  <Paragraphs>139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Agentic AI Hackathon: Building Intelligent Agents with IBM Granite and LangFlow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student</cp:lastModifiedBy>
  <cp:revision>124</cp:revision>
  <dcterms:created xsi:type="dcterms:W3CDTF">2025-07-08T05:06:56Z</dcterms:created>
  <dcterms:modified xsi:type="dcterms:W3CDTF">2026-01-28T06:26:46Z</dcterms:modified>
</cp:coreProperties>
</file>